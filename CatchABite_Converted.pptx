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18"/>
    <p:sldId id="284" r:id="rId19"/>
    <p:sldId id="285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B94473-9463-6DEE-77C8-B9C84435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2" y="691853"/>
            <a:ext cx="4254810" cy="523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F021D6-2FEA-6301-8913-CF2866216ED9}"/>
              </a:ext>
            </a:extLst>
          </p:cNvPr>
          <p:cNvSpPr txBox="1"/>
          <p:nvPr/>
        </p:nvSpPr>
        <p:spPr>
          <a:xfrm>
            <a:off x="6061685" y="3714304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배달 완료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0EFBA-26AC-CCD9-75C5-0D9636926F26}"/>
              </a:ext>
            </a:extLst>
          </p:cNvPr>
          <p:cNvSpPr txBox="1"/>
          <p:nvPr/>
        </p:nvSpPr>
        <p:spPr>
          <a:xfrm>
            <a:off x="6061685" y="2436320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배달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43ACB-CC2A-502F-A8EF-3012F2214C18}"/>
              </a:ext>
            </a:extLst>
          </p:cNvPr>
          <p:cNvSpPr txBox="1"/>
          <p:nvPr/>
        </p:nvSpPr>
        <p:spPr>
          <a:xfrm>
            <a:off x="6061685" y="3105406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배달 수행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B4A04-C449-443E-476F-CDF69A0CD5A8}"/>
              </a:ext>
            </a:extLst>
          </p:cNvPr>
          <p:cNvSpPr txBox="1"/>
          <p:nvPr/>
        </p:nvSpPr>
        <p:spPr>
          <a:xfrm>
            <a:off x="6061685" y="1816320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/>
              <a:t>운행 시작</a:t>
            </a: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72A89C06-2A8D-AA4C-B58B-2078FDA8DD1B}"/>
              </a:ext>
            </a:extLst>
          </p:cNvPr>
          <p:cNvSpPr/>
          <p:nvPr/>
        </p:nvSpPr>
        <p:spPr>
          <a:xfrm>
            <a:off x="7781484" y="1816319"/>
            <a:ext cx="314893" cy="2210673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6975B0E-C422-1CF2-4FE9-C372AEDE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136" y="0"/>
            <a:ext cx="613172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DDBB1E-4DD6-B18C-E5E7-C571CFA36C1D}"/>
              </a:ext>
            </a:extLst>
          </p:cNvPr>
          <p:cNvSpPr txBox="1"/>
          <p:nvPr/>
        </p:nvSpPr>
        <p:spPr>
          <a:xfrm>
            <a:off x="4414554" y="3416888"/>
            <a:ext cx="181063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운행 시작</a:t>
            </a:r>
            <a:r>
              <a:rPr lang="en-US" altLang="ko-KR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  <a:endParaRPr lang="ko-KR" alt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463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1C6125-730A-112B-349A-E16FE920F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71" y="151391"/>
            <a:ext cx="3621266" cy="40243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4A2B94-0A6D-1C2C-DCDC-B9B5A7D24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1391"/>
            <a:ext cx="3620609" cy="40243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7518E4-0A2B-3536-BDE6-A55C7C931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882" y="4578398"/>
            <a:ext cx="5556039" cy="1802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07D195-5E4F-1F63-2582-499E893BA0DD}"/>
              </a:ext>
            </a:extLst>
          </p:cNvPr>
          <p:cNvSpPr txBox="1"/>
          <p:nvPr/>
        </p:nvSpPr>
        <p:spPr>
          <a:xfrm>
            <a:off x="1180848" y="2436320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배달 조회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16275E-6607-448A-465F-DB6EC065D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38" y="4578398"/>
            <a:ext cx="70961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3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3C8BBB-89D5-8228-5CB3-206626C35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54" y="133224"/>
            <a:ext cx="3581985" cy="39709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69F122D-33CB-678A-8E90-B86BA1CF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847" y="133224"/>
            <a:ext cx="3575824" cy="39709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FE0713-6181-6F4D-4448-B2D32E76E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10" y="4450572"/>
            <a:ext cx="5078176" cy="16292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A6D5A8-9E7F-270C-C3CF-FBE14B9C4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494" y="4270697"/>
            <a:ext cx="2239272" cy="24540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DCD578-5AE9-47FC-028C-6EA1634DEE78}"/>
              </a:ext>
            </a:extLst>
          </p:cNvPr>
          <p:cNvSpPr txBox="1"/>
          <p:nvPr/>
        </p:nvSpPr>
        <p:spPr>
          <a:xfrm>
            <a:off x="1241404" y="2318174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배달 수행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A950D-D55A-BD15-343D-733D6041B972}"/>
              </a:ext>
            </a:extLst>
          </p:cNvPr>
          <p:cNvSpPr txBox="1"/>
          <p:nvPr/>
        </p:nvSpPr>
        <p:spPr>
          <a:xfrm>
            <a:off x="6295759" y="5313070"/>
            <a:ext cx="15986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배달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5E0EAA8-2F24-D3B0-E02F-8DDA1C65D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65923"/>
            <a:ext cx="9144000" cy="31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5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6CB336-5A2E-355D-9B4D-FDF6E5EA7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8" y="369393"/>
            <a:ext cx="4172328" cy="29914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152A0E4-BDE8-D78D-A4F9-5F273882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115" y="3021759"/>
            <a:ext cx="3402670" cy="37786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df_pag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24</Words>
  <Application>Microsoft Office PowerPoint</Application>
  <PresentationFormat>화면 슬라이드 쇼(4:3)</PresentationFormat>
  <Paragraphs>8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LG Smart UI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이주호</dc:creator>
  <cp:keywords/>
  <dc:description>generated using python-pptx</dc:description>
  <cp:lastModifiedBy>주호 이</cp:lastModifiedBy>
  <cp:revision>17</cp:revision>
  <dcterms:created xsi:type="dcterms:W3CDTF">2013-01-27T09:14:16Z</dcterms:created>
  <dcterms:modified xsi:type="dcterms:W3CDTF">2026-06-01T06:11:20Z</dcterms:modified>
  <cp:category/>
</cp:coreProperties>
</file>